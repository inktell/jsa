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7" r:id="rId4"/>
    <p:sldId id="258" r:id="rId6"/>
    <p:sldId id="259" r:id="rId7"/>
    <p:sldId id="260" r:id="rId8"/>
    <p:sldId id="263" r:id="rId9"/>
    <p:sldId id="279" r:id="rId10"/>
    <p:sldId id="280" r:id="rId11"/>
    <p:sldId id="283" r:id="rId12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gs" Target="tags/tag104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image" Target="../media/image2.jpeg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image" Target="../media/image3.jpeg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电脑的屏幕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0"/>
                </a:schemeClr>
              </a:gs>
              <a:gs pos="43000">
                <a:schemeClr val="accent2">
                  <a:lumMod val="50000"/>
                  <a:alpha val="2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 userDrawn="1">
            <p:custDataLst>
              <p:tags r:id="rId5"/>
            </p:custDataLst>
          </p:nvPr>
        </p:nvSpPr>
        <p:spPr>
          <a:xfrm flipV="1">
            <a:off x="271462" y="366712"/>
            <a:ext cx="11649076" cy="6210301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  <a:gs pos="34000">
                  <a:schemeClr val="accent2">
                    <a:alpha val="0"/>
                  </a:schemeClr>
                </a:gs>
              </a:gsLst>
              <a:lin ang="7800000" scaled="0"/>
            </a:gradFill>
          </a:ln>
          <a:effectLst>
            <a:outerShdw blurRad="3302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6"/>
            </p:custDataLst>
          </p:nvPr>
        </p:nvSpPr>
        <p:spPr>
          <a:xfrm>
            <a:off x="1163955" y="523875"/>
            <a:ext cx="6628130" cy="3411855"/>
          </a:xfrm>
        </p:spPr>
        <p:txBody>
          <a:bodyPr wrap="square" anchor="b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defRPr sz="4800">
                <a:solidFill>
                  <a:schemeClr val="lt1">
                    <a:lumMod val="100000"/>
                  </a:schemeClr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 wrap="square">
            <a:no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>
            <a:no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10"/>
            </p:custDataLst>
          </p:nvPr>
        </p:nvSpPr>
        <p:spPr>
          <a:xfrm>
            <a:off x="1163638" y="4553893"/>
            <a:ext cx="6628158" cy="106435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  <p:sp>
        <p:nvSpPr>
          <p:cNvPr id="15" name="矩形 14"/>
          <p:cNvSpPr/>
          <p:nvPr userDrawn="1">
            <p:custDataLst>
              <p:tags r:id="rId11"/>
            </p:custDataLst>
          </p:nvPr>
        </p:nvSpPr>
        <p:spPr>
          <a:xfrm>
            <a:off x="1163638" y="4304430"/>
            <a:ext cx="684000" cy="2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l"/>
            <a:endParaRPr lang="en-US">
              <a:solidFill>
                <a:schemeClr val="accen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 anchor="b" anchorCtr="0">
            <a:normAutofit/>
          </a:bodyPr>
          <a:lstStyle>
            <a:lvl1pPr algn="l">
              <a:defRPr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2"/>
            </p:custDataLst>
          </p:nvPr>
        </p:nvSpPr>
        <p:spPr>
          <a:xfrm>
            <a:off x="271462" y="452438"/>
            <a:ext cx="11649076" cy="61245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图形 3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3501234"/>
          </a:xfrm>
          <a:custGeom>
            <a:avLst/>
            <a:gdLst>
              <a:gd name="connsiteX0" fmla="*/ 0 w 12192000"/>
              <a:gd name="connsiteY0" fmla="*/ 2699336 h 4235386"/>
              <a:gd name="connsiteX1" fmla="*/ 0 w 12192000"/>
              <a:gd name="connsiteY1" fmla="*/ 0 h 4235386"/>
              <a:gd name="connsiteX2" fmla="*/ 12192000 w 12192000"/>
              <a:gd name="connsiteY2" fmla="*/ 0 h 4235386"/>
              <a:gd name="connsiteX3" fmla="*/ 12192000 w 12192000"/>
              <a:gd name="connsiteY3" fmla="*/ 2699336 h 4235386"/>
              <a:gd name="connsiteX4" fmla="*/ 6096000 w 12192000"/>
              <a:gd name="connsiteY4" fmla="*/ 4235386 h 4235386"/>
              <a:gd name="connsiteX5" fmla="*/ 0 w 12192000"/>
              <a:gd name="connsiteY5" fmla="*/ 2699336 h 4235386"/>
              <a:gd name="connsiteX0-1" fmla="*/ 0 w 12192000"/>
              <a:gd name="connsiteY0-2" fmla="*/ 2699336 h 4094834"/>
              <a:gd name="connsiteX1-3" fmla="*/ 0 w 12192000"/>
              <a:gd name="connsiteY1-4" fmla="*/ 0 h 4094834"/>
              <a:gd name="connsiteX2-5" fmla="*/ 12192000 w 12192000"/>
              <a:gd name="connsiteY2-6" fmla="*/ 0 h 4094834"/>
              <a:gd name="connsiteX3-7" fmla="*/ 12192000 w 12192000"/>
              <a:gd name="connsiteY3-8" fmla="*/ 2699336 h 4094834"/>
              <a:gd name="connsiteX4-9" fmla="*/ 6102395 w 12192000"/>
              <a:gd name="connsiteY4-10" fmla="*/ 4094834 h 4094834"/>
              <a:gd name="connsiteX5-11" fmla="*/ 0 w 12192000"/>
              <a:gd name="connsiteY5-12" fmla="*/ 2699336 h 4094834"/>
              <a:gd name="connsiteX0-13" fmla="*/ 0 w 12192000"/>
              <a:gd name="connsiteY0-14" fmla="*/ 2699336 h 4094834"/>
              <a:gd name="connsiteX1-15" fmla="*/ 0 w 12192000"/>
              <a:gd name="connsiteY1-16" fmla="*/ 0 h 4094834"/>
              <a:gd name="connsiteX2-17" fmla="*/ 12192000 w 12192000"/>
              <a:gd name="connsiteY2-18" fmla="*/ 0 h 4094834"/>
              <a:gd name="connsiteX3-19" fmla="*/ 12192000 w 12192000"/>
              <a:gd name="connsiteY3-20" fmla="*/ 2699336 h 4094834"/>
              <a:gd name="connsiteX4-21" fmla="*/ 6102395 w 12192000"/>
              <a:gd name="connsiteY4-22" fmla="*/ 4094834 h 4094834"/>
              <a:gd name="connsiteX5-23" fmla="*/ 0 w 12192000"/>
              <a:gd name="connsiteY5-24" fmla="*/ 2699336 h 4094834"/>
              <a:gd name="connsiteX0-25" fmla="*/ 0 w 12192000"/>
              <a:gd name="connsiteY0-26" fmla="*/ 2699336 h 4094834"/>
              <a:gd name="connsiteX1-27" fmla="*/ 0 w 12192000"/>
              <a:gd name="connsiteY1-28" fmla="*/ 0 h 4094834"/>
              <a:gd name="connsiteX2-29" fmla="*/ 12192000 w 12192000"/>
              <a:gd name="connsiteY2-30" fmla="*/ 0 h 4094834"/>
              <a:gd name="connsiteX3-31" fmla="*/ 12192000 w 12192000"/>
              <a:gd name="connsiteY3-32" fmla="*/ 2699336 h 4094834"/>
              <a:gd name="connsiteX4-33" fmla="*/ 6102395 w 12192000"/>
              <a:gd name="connsiteY4-34" fmla="*/ 4094834 h 4094834"/>
              <a:gd name="connsiteX5-35" fmla="*/ 0 w 12192000"/>
              <a:gd name="connsiteY5-36" fmla="*/ 2699336 h 4094834"/>
              <a:gd name="connsiteX0-37" fmla="*/ 0 w 12192000"/>
              <a:gd name="connsiteY0-38" fmla="*/ 2699336 h 4094834"/>
              <a:gd name="connsiteX1-39" fmla="*/ 0 w 12192000"/>
              <a:gd name="connsiteY1-40" fmla="*/ 0 h 4094834"/>
              <a:gd name="connsiteX2-41" fmla="*/ 12192000 w 12192000"/>
              <a:gd name="connsiteY2-42" fmla="*/ 0 h 4094834"/>
              <a:gd name="connsiteX3-43" fmla="*/ 12192000 w 12192000"/>
              <a:gd name="connsiteY3-44" fmla="*/ 2699336 h 4094834"/>
              <a:gd name="connsiteX4-45" fmla="*/ 6102395 w 12192000"/>
              <a:gd name="connsiteY4-46" fmla="*/ 4094834 h 4094834"/>
              <a:gd name="connsiteX5-47" fmla="*/ 0 w 12192000"/>
              <a:gd name="connsiteY5-48" fmla="*/ 2699336 h 4094834"/>
              <a:gd name="connsiteX0-49" fmla="*/ 0 w 12192000"/>
              <a:gd name="connsiteY0-50" fmla="*/ 2699336 h 4050449"/>
              <a:gd name="connsiteX1-51" fmla="*/ 0 w 12192000"/>
              <a:gd name="connsiteY1-52" fmla="*/ 0 h 4050449"/>
              <a:gd name="connsiteX2-53" fmla="*/ 12192000 w 12192000"/>
              <a:gd name="connsiteY2-54" fmla="*/ 0 h 4050449"/>
              <a:gd name="connsiteX3-55" fmla="*/ 12192000 w 12192000"/>
              <a:gd name="connsiteY3-56" fmla="*/ 2699336 h 4050449"/>
              <a:gd name="connsiteX4-57" fmla="*/ 6108789 w 12192000"/>
              <a:gd name="connsiteY4-58" fmla="*/ 4050449 h 4050449"/>
              <a:gd name="connsiteX5-59" fmla="*/ 0 w 12192000"/>
              <a:gd name="connsiteY5-60" fmla="*/ 2699336 h 40504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2192000" h="4050449">
                <a:moveTo>
                  <a:pt x="0" y="2699336"/>
                </a:moveTo>
                <a:lnTo>
                  <a:pt x="0" y="0"/>
                </a:lnTo>
                <a:lnTo>
                  <a:pt x="12192000" y="0"/>
                </a:lnTo>
                <a:lnTo>
                  <a:pt x="12192000" y="2699336"/>
                </a:lnTo>
                <a:cubicBezTo>
                  <a:pt x="9432701" y="3723367"/>
                  <a:pt x="8193585" y="4050449"/>
                  <a:pt x="6108789" y="4050449"/>
                </a:cubicBezTo>
                <a:cubicBezTo>
                  <a:pt x="4023993" y="4050449"/>
                  <a:pt x="2759319" y="3723367"/>
                  <a:pt x="0" y="2699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38000">
                <a:schemeClr val="accent2">
                  <a:lumMod val="50000"/>
                </a:schemeClr>
              </a:gs>
            </a:gsLst>
            <a:lin ang="8100000" scaled="1"/>
            <a:tileRect/>
          </a:gradFill>
          <a:ln w="4762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4"/>
            </p:custDataLst>
          </p:nvPr>
        </p:nvSpPr>
        <p:spPr>
          <a:xfrm>
            <a:off x="271462" y="366712"/>
            <a:ext cx="11649076" cy="6210301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  <a:effectLst>
            <a:outerShdw blurRad="3302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77111" y="1273862"/>
            <a:ext cx="10437779" cy="1081088"/>
          </a:xfrm>
        </p:spPr>
        <p:txBody>
          <a:bodyPr wrap="square" anchor="b">
            <a:normAutofit/>
          </a:bodyPr>
          <a:lstStyle>
            <a:lvl1pPr algn="ctr">
              <a:defRPr sz="4400">
                <a:solidFill>
                  <a:schemeClr val="lt1">
                    <a:lumMod val="100000"/>
                  </a:schemeClr>
                </a:solidFill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电脑萤幕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0"/>
                </a:schemeClr>
              </a:gs>
              <a:gs pos="43000">
                <a:schemeClr val="accent2">
                  <a:lumMod val="50000"/>
                  <a:alpha val="2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81355" y="2541270"/>
            <a:ext cx="10829925" cy="1536700"/>
          </a:xfrm>
        </p:spPr>
        <p:txBody>
          <a:bodyPr wrap="square" anchor="t">
            <a:normAutofit/>
          </a:bodyPr>
          <a:lstStyle>
            <a:lvl1pPr algn="ctr">
              <a:defRPr sz="40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681355" y="136525"/>
            <a:ext cx="10829925" cy="2277110"/>
          </a:xfrm>
        </p:spPr>
        <p:txBody>
          <a:bodyPr wrap="none" anchor="b">
            <a:normAutofit/>
          </a:bodyPr>
          <a:lstStyle>
            <a:lvl1pPr marL="0" indent="0" algn="ctr">
              <a:buNone/>
              <a:defRPr sz="8000" b="1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5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6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 algn="l"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800" y="1235075"/>
            <a:ext cx="5181600" cy="48990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315602" y="1235075"/>
            <a:ext cx="5181600" cy="48990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l"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46687"/>
            <a:ext cx="5157787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>
                <a:latin typeface="+mj-lt"/>
              </a:rPr>
              <a:t>Click to add text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4800" y="1862051"/>
            <a:ext cx="5157787" cy="4272049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311612" y="1246687"/>
            <a:ext cx="518318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>
                <a:latin typeface="+mj-lt"/>
              </a:rPr>
              <a:t>Click to add text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311612" y="1862051"/>
            <a:ext cx="5183188" cy="4272049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 anchor="b" anchorCtr="0">
            <a:normAutofit/>
          </a:bodyPr>
          <a:lstStyle>
            <a:lvl1pPr algn="l">
              <a:defRPr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81038" y="360000"/>
            <a:ext cx="10813762" cy="58176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l"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35075"/>
            <a:ext cx="10800000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>
                <a:latin typeface="+mj-lt"/>
              </a:rPr>
              <a:t>Click to add text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电脑的屏幕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0"/>
                </a:schemeClr>
              </a:gs>
              <a:gs pos="43000">
                <a:schemeClr val="accent2">
                  <a:lumMod val="50000"/>
                  <a:alpha val="2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 flipV="1">
            <a:off x="271462" y="366712"/>
            <a:ext cx="11649076" cy="6210301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  <a:gs pos="34000">
                  <a:schemeClr val="accent2">
                    <a:alpha val="0"/>
                  </a:schemeClr>
                </a:gs>
              </a:gsLst>
              <a:lin ang="7800000" scaled="0"/>
            </a:gradFill>
          </a:ln>
          <a:effectLst>
            <a:outerShdw blurRad="3302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6"/>
            </p:custDataLst>
          </p:nvPr>
        </p:nvSpPr>
        <p:spPr>
          <a:xfrm>
            <a:off x="681038" y="280987"/>
            <a:ext cx="10829924" cy="3148013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4800">
                <a:solidFill>
                  <a:schemeClr val="lt1">
                    <a:lumMod val="100000"/>
                  </a:schemeClr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4800" y="1235075"/>
            <a:ext cx="10800000" cy="48917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751600" y="6356350"/>
            <a:ext cx="2743200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14.xml"/><Relationship Id="rId2" Type="http://schemas.openxmlformats.org/officeDocument/2006/relationships/tags" Target="../tags/tag73.xml"/><Relationship Id="rId19" Type="http://schemas.openxmlformats.org/officeDocument/2006/relationships/tags" Target="../tags/tag90.xml"/><Relationship Id="rId18" Type="http://schemas.openxmlformats.org/officeDocument/2006/relationships/tags" Target="../tags/tag89.xml"/><Relationship Id="rId17" Type="http://schemas.openxmlformats.org/officeDocument/2006/relationships/tags" Target="../tags/tag88.xml"/><Relationship Id="rId16" Type="http://schemas.openxmlformats.org/officeDocument/2006/relationships/tags" Target="../tags/tag87.xml"/><Relationship Id="rId15" Type="http://schemas.openxmlformats.org/officeDocument/2006/relationships/tags" Target="../tags/tag86.xml"/><Relationship Id="rId14" Type="http://schemas.openxmlformats.org/officeDocument/2006/relationships/tags" Target="../tags/tag85.xml"/><Relationship Id="rId13" Type="http://schemas.openxmlformats.org/officeDocument/2006/relationships/tags" Target="../tags/tag84.xml"/><Relationship Id="rId12" Type="http://schemas.openxmlformats.org/officeDocument/2006/relationships/tags" Target="../tags/tag83.xml"/><Relationship Id="rId11" Type="http://schemas.openxmlformats.org/officeDocument/2006/relationships/tags" Target="../tags/tag82.xml"/><Relationship Id="rId10" Type="http://schemas.openxmlformats.org/officeDocument/2006/relationships/tags" Target="../tags/tag81.xml"/><Relationship Id="rId1" Type="http://schemas.openxmlformats.org/officeDocument/2006/relationships/tags" Target="../tags/tag7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2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TruongLeTien</a:t>
            </a:r>
            <a:endParaRPr lang="en-US"/>
          </a:p>
        </p:txBody>
      </p:sp>
      <p:sp>
        <p:nvSpPr>
          <p:cNvPr id="3" name="标题 2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/>
              <a:t>ShopInk - Top Online Shopping Destination</a:t>
            </a:r>
            <a:endParaRPr lang="en-US" dirty="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Thoi Gian</a:t>
            </a:r>
            <a:endParaRPr lang="en-US"/>
          </a:p>
        </p:txBody>
      </p:sp>
      <p:sp>
        <p:nvSpPr>
          <p:cNvPr id="6" name="序号"/>
          <p:cNvSpPr txBox="1"/>
          <p:nvPr>
            <p:custDataLst>
              <p:tags r:id="rId2"/>
            </p:custDataLst>
          </p:nvPr>
        </p:nvSpPr>
        <p:spPr>
          <a:xfrm>
            <a:off x="739491" y="4077494"/>
            <a:ext cx="1665168" cy="6348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>
            <a:defPPr>
              <a:defRPr lang="en-US"/>
            </a:defPPr>
            <a:lvl1pPr algn="ctr">
              <a:lnSpc>
                <a:spcPct val="100000"/>
              </a:lnSpc>
              <a:defRPr sz="3200" b="1">
                <a:solidFill>
                  <a:schemeClr val="accent1"/>
                </a:solidFill>
                <a:latin typeface="+mj-lt"/>
              </a:defRPr>
            </a:lvl1pPr>
          </a:lstStyle>
          <a:p>
            <a:pPr algn="ctr"/>
            <a:r>
              <a:rPr lang="en-US" sz="2800" dirty="0">
                <a:latin typeface="+mn-ea"/>
                <a:sym typeface="+mn-lt"/>
              </a:rPr>
              <a:t>01</a:t>
            </a:r>
            <a:endParaRPr lang="en-US" sz="2800" dirty="0">
              <a:latin typeface="+mn-ea"/>
              <a:sym typeface="+mn-lt"/>
            </a:endParaRPr>
          </a:p>
        </p:txBody>
      </p:sp>
      <p:sp>
        <p:nvSpPr>
          <p:cNvPr id="7" name="项标题"/>
          <p:cNvSpPr txBox="1"/>
          <p:nvPr>
            <p:custDataLst>
              <p:tags r:id="rId3"/>
            </p:custDataLst>
          </p:nvPr>
        </p:nvSpPr>
        <p:spPr>
          <a:xfrm>
            <a:off x="739491" y="4820980"/>
            <a:ext cx="1665168" cy="122285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Đưa ra chủ đề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4"/>
            </p:custDataLst>
          </p:nvPr>
        </p:nvCxnSpPr>
        <p:spPr>
          <a:xfrm>
            <a:off x="2476860" y="4319472"/>
            <a:ext cx="0" cy="122285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5"/>
            </p:custDataLst>
          </p:nvPr>
        </p:nvCxnSpPr>
        <p:spPr>
          <a:xfrm>
            <a:off x="4286430" y="4319472"/>
            <a:ext cx="0" cy="122285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6"/>
            </p:custDataLst>
          </p:nvPr>
        </p:nvCxnSpPr>
        <p:spPr>
          <a:xfrm>
            <a:off x="6096000" y="4319472"/>
            <a:ext cx="0" cy="122285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序号"/>
          <p:cNvSpPr txBox="1"/>
          <p:nvPr>
            <p:custDataLst>
              <p:tags r:id="rId7"/>
            </p:custDataLst>
          </p:nvPr>
        </p:nvSpPr>
        <p:spPr>
          <a:xfrm>
            <a:off x="4358631" y="4077494"/>
            <a:ext cx="1665168" cy="6348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>
            <a:defPPr>
              <a:defRPr lang="en-US"/>
            </a:defPPr>
            <a:lvl1pPr algn="ctr">
              <a:lnSpc>
                <a:spcPct val="100000"/>
              </a:lnSpc>
              <a:defRPr sz="3200" b="1">
                <a:solidFill>
                  <a:schemeClr val="accent1"/>
                </a:solidFill>
                <a:latin typeface="+mj-lt"/>
              </a:defRPr>
            </a:lvl1pPr>
          </a:lstStyle>
          <a:p>
            <a:pPr algn="ctr"/>
            <a:r>
              <a:rPr lang="en-US" sz="2800" dirty="0">
                <a:latin typeface="+mn-ea"/>
                <a:sym typeface="+mn-lt"/>
              </a:rPr>
              <a:t>03</a:t>
            </a:r>
            <a:endParaRPr lang="en-US" sz="2800" dirty="0">
              <a:latin typeface="+mn-ea"/>
              <a:sym typeface="+mn-lt"/>
            </a:endParaRPr>
          </a:p>
        </p:txBody>
      </p:sp>
      <p:sp>
        <p:nvSpPr>
          <p:cNvPr id="23" name="项标题"/>
          <p:cNvSpPr txBox="1"/>
          <p:nvPr>
            <p:custDataLst>
              <p:tags r:id="rId8"/>
            </p:custDataLst>
          </p:nvPr>
        </p:nvSpPr>
        <p:spPr>
          <a:xfrm>
            <a:off x="4358631" y="4820980"/>
            <a:ext cx="1665168" cy="122285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thu thập dữ liệu từ lazada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5" name="序号"/>
          <p:cNvSpPr txBox="1"/>
          <p:nvPr>
            <p:custDataLst>
              <p:tags r:id="rId9"/>
            </p:custDataLst>
          </p:nvPr>
        </p:nvSpPr>
        <p:spPr>
          <a:xfrm>
            <a:off x="6168201" y="4077494"/>
            <a:ext cx="1665168" cy="6348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>
            <a:defPPr>
              <a:defRPr lang="en-US"/>
            </a:defPPr>
            <a:lvl1pPr algn="ctr">
              <a:lnSpc>
                <a:spcPct val="100000"/>
              </a:lnSpc>
              <a:defRPr sz="3200" b="1">
                <a:solidFill>
                  <a:schemeClr val="accent1"/>
                </a:solidFill>
                <a:latin typeface="+mj-lt"/>
              </a:defRPr>
            </a:lvl1pPr>
          </a:lstStyle>
          <a:p>
            <a:pPr algn="ctr"/>
            <a:r>
              <a:rPr lang="en-US" sz="2800" dirty="0">
                <a:latin typeface="+mn-ea"/>
                <a:sym typeface="+mn-lt"/>
              </a:rPr>
              <a:t>04</a:t>
            </a:r>
            <a:endParaRPr lang="en-US" sz="2800" dirty="0">
              <a:latin typeface="+mn-ea"/>
              <a:sym typeface="+mn-lt"/>
            </a:endParaRPr>
          </a:p>
        </p:txBody>
      </p:sp>
      <p:sp>
        <p:nvSpPr>
          <p:cNvPr id="26" name="项标题"/>
          <p:cNvSpPr txBox="1"/>
          <p:nvPr>
            <p:custDataLst>
              <p:tags r:id="rId10"/>
            </p:custDataLst>
          </p:nvPr>
        </p:nvSpPr>
        <p:spPr>
          <a:xfrm>
            <a:off x="6168201" y="4820980"/>
            <a:ext cx="1665168" cy="122285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thiết kế slide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4" name="序号"/>
          <p:cNvSpPr txBox="1"/>
          <p:nvPr>
            <p:custDataLst>
              <p:tags r:id="rId11"/>
            </p:custDataLst>
          </p:nvPr>
        </p:nvSpPr>
        <p:spPr>
          <a:xfrm>
            <a:off x="7977771" y="4077494"/>
            <a:ext cx="1665168" cy="6348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>
            <a:defPPr>
              <a:defRPr lang="en-US"/>
            </a:defPPr>
            <a:lvl1pPr algn="ctr">
              <a:lnSpc>
                <a:spcPct val="100000"/>
              </a:lnSpc>
              <a:defRPr sz="3200" b="1">
                <a:solidFill>
                  <a:schemeClr val="accent1"/>
                </a:solidFill>
                <a:latin typeface="+mj-lt"/>
              </a:defRPr>
            </a:lvl1pPr>
          </a:lstStyle>
          <a:p>
            <a:pPr algn="ctr"/>
            <a:r>
              <a:rPr lang="en-US" sz="2800" dirty="0">
                <a:latin typeface="+mn-ea"/>
                <a:sym typeface="+mn-lt"/>
              </a:rPr>
              <a:t>05</a:t>
            </a:r>
            <a:endParaRPr lang="en-US" sz="2800" dirty="0">
              <a:latin typeface="+mn-ea"/>
              <a:sym typeface="+mn-lt"/>
            </a:endParaRPr>
          </a:p>
        </p:txBody>
      </p:sp>
      <p:sp>
        <p:nvSpPr>
          <p:cNvPr id="15" name="项标题"/>
          <p:cNvSpPr txBox="1"/>
          <p:nvPr>
            <p:custDataLst>
              <p:tags r:id="rId12"/>
            </p:custDataLst>
          </p:nvPr>
        </p:nvSpPr>
        <p:spPr>
          <a:xfrm>
            <a:off x="7977771" y="4820980"/>
            <a:ext cx="1665168" cy="122285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thuyết trình thử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13"/>
            </p:custDataLst>
          </p:nvPr>
        </p:nvCxnSpPr>
        <p:spPr>
          <a:xfrm>
            <a:off x="7905570" y="4319472"/>
            <a:ext cx="0" cy="122285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序号"/>
          <p:cNvSpPr txBox="1"/>
          <p:nvPr>
            <p:custDataLst>
              <p:tags r:id="rId14"/>
            </p:custDataLst>
          </p:nvPr>
        </p:nvSpPr>
        <p:spPr>
          <a:xfrm>
            <a:off x="9787342" y="4077494"/>
            <a:ext cx="1665168" cy="6348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>
            <a:defPPr>
              <a:defRPr lang="en-US"/>
            </a:defPPr>
            <a:lvl1pPr algn="ctr">
              <a:lnSpc>
                <a:spcPct val="100000"/>
              </a:lnSpc>
              <a:defRPr sz="3200" b="1">
                <a:solidFill>
                  <a:schemeClr val="accent1"/>
                </a:solidFill>
                <a:latin typeface="+mj-lt"/>
              </a:defRPr>
            </a:lvl1pPr>
          </a:lstStyle>
          <a:p>
            <a:pPr algn="ctr"/>
            <a:r>
              <a:rPr lang="en-US" sz="2800" dirty="0">
                <a:latin typeface="+mn-ea"/>
                <a:sym typeface="+mn-lt"/>
              </a:rPr>
              <a:t>06</a:t>
            </a:r>
            <a:endParaRPr lang="en-US" sz="2800" dirty="0">
              <a:latin typeface="+mn-ea"/>
              <a:sym typeface="+mn-lt"/>
            </a:endParaRPr>
          </a:p>
        </p:txBody>
      </p:sp>
      <p:sp>
        <p:nvSpPr>
          <p:cNvPr id="18" name="项标题"/>
          <p:cNvSpPr txBox="1"/>
          <p:nvPr>
            <p:custDataLst>
              <p:tags r:id="rId15"/>
            </p:custDataLst>
          </p:nvPr>
        </p:nvSpPr>
        <p:spPr>
          <a:xfrm>
            <a:off x="9787342" y="4820980"/>
            <a:ext cx="1665168" cy="122285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hoàn thiện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cxnSp>
        <p:nvCxnSpPr>
          <p:cNvPr id="27" name="直接连接符 26"/>
          <p:cNvCxnSpPr/>
          <p:nvPr>
            <p:custDataLst>
              <p:tags r:id="rId16"/>
            </p:custDataLst>
          </p:nvPr>
        </p:nvCxnSpPr>
        <p:spPr>
          <a:xfrm>
            <a:off x="9715140" y="4319472"/>
            <a:ext cx="0" cy="122285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序号"/>
          <p:cNvSpPr txBox="1"/>
          <p:nvPr>
            <p:custDataLst>
              <p:tags r:id="rId17"/>
            </p:custDataLst>
          </p:nvPr>
        </p:nvSpPr>
        <p:spPr>
          <a:xfrm>
            <a:off x="2549061" y="4077494"/>
            <a:ext cx="1665168" cy="6348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>
            <a:defPPr>
              <a:defRPr lang="en-US"/>
            </a:defPPr>
            <a:lvl1pPr algn="ctr">
              <a:lnSpc>
                <a:spcPct val="100000"/>
              </a:lnSpc>
              <a:defRPr sz="3200" b="1">
                <a:solidFill>
                  <a:schemeClr val="accent1"/>
                </a:solidFill>
                <a:latin typeface="+mj-lt"/>
              </a:defRPr>
            </a:lvl1pPr>
          </a:lstStyle>
          <a:p>
            <a:pPr algn="ctr"/>
            <a:r>
              <a:rPr lang="en-US" sz="2800" dirty="0">
                <a:latin typeface="+mn-ea"/>
                <a:sym typeface="+mn-lt"/>
              </a:rPr>
              <a:t>02</a:t>
            </a:r>
            <a:endParaRPr lang="en-US" sz="2800" dirty="0">
              <a:latin typeface="+mn-ea"/>
              <a:sym typeface="+mn-lt"/>
            </a:endParaRPr>
          </a:p>
        </p:txBody>
      </p:sp>
      <p:sp>
        <p:nvSpPr>
          <p:cNvPr id="29" name="项标题"/>
          <p:cNvSpPr txBox="1"/>
          <p:nvPr>
            <p:custDataLst>
              <p:tags r:id="rId18"/>
            </p:custDataLst>
          </p:nvPr>
        </p:nvSpPr>
        <p:spPr>
          <a:xfrm>
            <a:off x="2549061" y="4820980"/>
            <a:ext cx="1665168" cy="122285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thiết kế trang web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  <p:custDataLst>
      <p:tags r:id="rId19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ShopInk Overview</a:t>
            </a:r>
            <a:endParaRPr lang="en-US">
              <a:latin typeface="+mj-lt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01</a:t>
            </a:r>
            <a:endParaRPr lang="en-US">
              <a:latin typeface="+mn-lt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Introduction to ShopInk</a:t>
            </a:r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694690" y="1080135"/>
            <a:ext cx="11005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ShopInk là một ứng dụng th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ng mại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iện tử (E-commerce)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93750" y="1537970"/>
            <a:ext cx="1012571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Tr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ng bày sản phẩm: Danh s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ch c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c mặt hàng (th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ờng là v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 ph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ò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ng phẩm, mực in hoặc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ồ d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ù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ng s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ng tạo) với 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ì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nh ảnh, mô tả và gi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 cả r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õ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 ràng.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Giỏ hàng (Shopping Cart): Cho ph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p ng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ời d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ù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ng chọn nhiều sản phẩm, thay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ổi số l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ợng và t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í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nh tổng tiền tr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ớc khi thanh to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n.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Bộ lọc và T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ì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m kiếm: Gi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ú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p ng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ời d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ù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ng dễ dàng t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ì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m thấy sản phẩm theo danh mục hoặc từ kh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a.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Giao diện t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ng th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í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ch (Responsive Design): Website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đư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ợc tối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u 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ể hiển thị tốt tr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ê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 cả m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y t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í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nh và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iện thoại di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ộng.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93750" y="4571365"/>
            <a:ext cx="9730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Mục ti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ê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u của dự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n: Cung cấp một trải nghiệm mua sắm m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ợt mà, trực quan và dễ sử dụng.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93750" y="5101590"/>
            <a:ext cx="11151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Trang web này được lấy cảm hứng dự trên trang bán hàng lazada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Demo</a:t>
            </a:r>
            <a:endParaRPr lang="en-US">
              <a:latin typeface="+mj-lt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02</a:t>
            </a:r>
            <a:endParaRPr lang="en-US">
              <a:latin typeface="+mn-lt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1038" y="280987"/>
            <a:ext cx="10829924" cy="3148013"/>
          </a:xfrm>
        </p:spPr>
        <p:txBody>
          <a:bodyPr/>
          <a:lstStyle/>
          <a:p>
            <a:r>
              <a:rPr lang="en-US" altLang="en-GB">
                <a:latin typeface="+mj-lt"/>
              </a:rPr>
              <a:t>the website</a:t>
            </a:r>
            <a:endParaRPr lang="en-US" altLang="en-GB">
              <a:latin typeface="+mj-lt"/>
            </a:endParaRPr>
          </a:p>
        </p:txBody>
      </p:sp>
      <p:sp>
        <p:nvSpPr>
          <p:cNvPr id="3" name="节编号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80720" y="167640"/>
            <a:ext cx="10829925" cy="2277110"/>
          </a:xfrm>
          <a:prstGeom prst="rect">
            <a:avLst/>
          </a:prstGeom>
        </p:spPr>
        <p:txBody>
          <a:bodyPr vert="horz" wrap="none" lIns="0" tIns="0" rIns="0" bIns="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0" b="1" kern="1200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+mn-ea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+mn-ea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+mn-ea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>
                <a:latin typeface="+mn-lt"/>
              </a:rPr>
              <a:t>03</a:t>
            </a:r>
            <a:endParaRPr lang="en-US">
              <a:latin typeface="+mn-lt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800" y="593680"/>
            <a:ext cx="10800000" cy="720000"/>
          </a:xfrm>
        </p:spPr>
        <p:txBody>
          <a:bodyPr/>
          <a:p>
            <a:r>
              <a:rPr lang="en-US" altLang="en-GB"/>
              <a:t>Future features</a:t>
            </a:r>
            <a:endParaRPr lang="en-US" altLang="en-GB"/>
          </a:p>
        </p:txBody>
      </p:sp>
      <p:sp>
        <p:nvSpPr>
          <p:cNvPr id="3" name="Text Box 2"/>
          <p:cNvSpPr txBox="1"/>
          <p:nvPr/>
        </p:nvSpPr>
        <p:spPr>
          <a:xfrm>
            <a:off x="706120" y="1347470"/>
            <a:ext cx="1047750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Quản l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ý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 Tài khoản Ng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ời d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ù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ng: Cho ph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p kh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ch hàng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đă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ng k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ý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đă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ng nhập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ể l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u lịch sử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 hàng và danh s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ch sản phẩm y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ê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u th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í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ì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m kiếm thông minh : Sử dụng JavaScript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ể gợi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ý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 sản phẩm ngay khi ng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ời d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ù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ng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ang g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õ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 từ kh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í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ch hợp n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ú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t Chat Zalo/Messenger: Khi kh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ch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ặt hàng,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 hàng sẽ gửi thông b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o qua chat. Bạn c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 thể t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 vấn trực tiếp và b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o ph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í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 ship ngay cho kh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Còn bị giới hạn về tìm kiếm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Chưa thể xem thông tin chi tiết của sản phẩm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Các chức năng hiện còn chưa sử dụng được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706230" y="3691845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altLang="en-GB"/>
              <a:t>disadvantages</a:t>
            </a:r>
            <a:endParaRPr lang="en-US" altLang="en-GB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1038" y="280987"/>
            <a:ext cx="10829924" cy="3148013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Thank You</a:t>
            </a:r>
            <a:endParaRPr lang="en-US" dirty="0">
              <a:latin typeface="+mj-lt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3"/>
  <p:tag name="KSO_WM_UNIT_ID" val="_1*f*3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3"/>
</p:tagLst>
</file>

<file path=ppt/tags/tag64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5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3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73"/>
</p:tagLst>
</file>

<file path=ppt/tags/tag69.xml><?xml version="1.0" encoding="utf-8"?>
<p:tagLst xmlns:p="http://schemas.openxmlformats.org/presentationml/2006/main">
  <p:tag name="KSO_WM_UNIT_SUBTYPE" val="b"/>
  <p:tag name="KSO_WM_UNIT_PRESET_TEXT" val="Name"/>
  <p:tag name="KSO_WM_UNIT_NOCLEAR" val="0"/>
  <p:tag name="KSO_WM_UNIT_VALUE" val="14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73_1*f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3_1*a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3473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3"/>
  <p:tag name="KSO_WM_SLIDE_LAYOUT" val="a_f"/>
  <p:tag name="KSO_WM_SLIDE_LAYOUT_CNT" val="1_1"/>
</p:tagLst>
</file>

<file path=ppt/tags/tag72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 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3473_6*a*1"/>
  <p:tag name="KSO_WM_TEMPLATE_CATEGORY" val="custom"/>
  <p:tag name="KSO_WM_TEMPLATE_INDEX" val="20233473"/>
  <p:tag name="KSO_WM_UNIT_LAYERLEVEL" val="1"/>
  <p:tag name="KSO_WM_TAG_VERSION" val="3.0"/>
  <p:tag name="KSO_WM_BEAUTIFY_FLAG" val="#wm#"/>
  <p:tag name="KSO_WM_UNIT_TEXT_FILL_FORE_SCHEMECOLOR_INDEX" val="2"/>
  <p:tag name="KSO_WM_UNIT_TEXT_FILL_TYPE" val="1"/>
  <p:tag name="KSO_WM_UNIT_USESOURCEFORMAT_APPLY" val="0"/>
</p:tagLst>
</file>

<file path=ppt/tags/tag7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custom20231821_6*l_h_i*1_1_1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TEXT_FILL_FORE_SCHEMECOLOR_INDEX" val="5"/>
  <p:tag name="KSO_WM_UNIT_TEXT_FILL_TYPE" val="1"/>
  <p:tag name="KSO_WM_UNIT_USESOURCEFORMAT_APPLY" val="0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PRESET_TEXT" val="Your title here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31821_6*l_h_f*1_1_1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7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custom20231821_6*l_h_i*1_2_2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USESOURCEFORMAT_APPLY" val="0"/>
</p:tagLst>
</file>

<file path=ppt/tags/tag7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custom20231821_6*l_h_i*1_3_2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USESOURCEFORMAT_APPLY" val="0"/>
</p:tagLst>
</file>

<file path=ppt/tags/tag7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custom20231821_6*l_h_i*1_4_2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USESOURCEFORMAT_APPLY" val="0"/>
</p:tagLst>
</file>

<file path=ppt/tags/tag7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31821_6*l_h_i*1_3_1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TEXT_FILL_FORE_SCHEMECOLOR_INDEX" val="5"/>
  <p:tag name="KSO_WM_UNIT_TEXT_FILL_TYPE" val="1"/>
  <p:tag name="KSO_WM_UNIT_USESOURCEFORMAT_APPLY" val="0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PRESET_TEXT" val="Your title here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custom20231821_6*l_h_f*1_3_1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8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custom20231821_6*l_h_i*1_4_1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TEXT_FILL_FORE_SCHEMECOLOR_INDEX" val="5"/>
  <p:tag name="KSO_WM_UNIT_TEXT_FILL_TYPE" val="1"/>
  <p:tag name="KSO_WM_UNIT_USESOURCEFORMAT_APPLY" val="0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PRESET_TEXT" val="Your title here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custom20231821_6*l_h_f*1_4_1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8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custom20231821_6*l_h_i*1_5_1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TEXT_FILL_FORE_SCHEMECOLOR_INDEX" val="5"/>
  <p:tag name="KSO_WM_UNIT_TEXT_FILL_TYPE" val="1"/>
  <p:tag name="KSO_WM_UNIT_USESOURCEFORMAT_APPLY" val="0"/>
</p:tagLst>
</file>

<file path=ppt/tags/tag83.xml><?xml version="1.0" encoding="utf-8"?>
<p:tagLst xmlns:p="http://schemas.openxmlformats.org/presentationml/2006/main">
  <p:tag name="KSO_WM_UNIT_ISCONTENTSTITLE" val="0"/>
  <p:tag name="KSO_WM_UNIT_ISNUMDGMTITLE" val="0"/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PRESET_TEXT" val="Your title here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custom20231821_6*l_h_f*1_5_1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8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custom20231821_6*l_h_i*1_5_2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USESOURCEFORMAT_APPLY" val="0"/>
</p:tagLst>
</file>

<file path=ppt/tags/tag8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6_1"/>
  <p:tag name="KSO_WM_UNIT_ID" val="custom20231821_6*l_h_i*1_6_1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TEXT_FILL_FORE_SCHEMECOLOR_INDEX" val="5"/>
  <p:tag name="KSO_WM_UNIT_TEXT_FILL_TYPE" val="1"/>
  <p:tag name="KSO_WM_UNIT_USESOURCEFORMAT_APPLY" val="0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PRESET_TEXT" val="Your title here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6_1"/>
  <p:tag name="KSO_WM_UNIT_ID" val="custom20231821_6*l_h_f*1_6_1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8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6_2"/>
  <p:tag name="KSO_WM_UNIT_ID" val="custom20231821_6*l_h_i*1_6_2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USESOURCEFORMAT_APPLY" val="0"/>
</p:tagLst>
</file>

<file path=ppt/tags/tag8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custom20231821_6*l_h_i*1_2_1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TEXT_FILL_FORE_SCHEMECOLOR_INDEX" val="5"/>
  <p:tag name="KSO_WM_UNIT_TEXT_FILL_TYPE" val="1"/>
  <p:tag name="KSO_WM_UNIT_USESOURCEFORMAT_APPLY" val="0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PRESET_TEXT" val="Your title here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custom20231821_6*l_h_f*1_2_1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90.xml><?xml version="1.0" encoding="utf-8"?>
<p:tagLst xmlns:p="http://schemas.openxmlformats.org/presentationml/2006/main">
  <p:tag name="KSO_WM_SPECIAL_SOURCE" val="bdnull"/>
  <p:tag name="KSO_WM_SLIDE_ID" val="custom20233473_6"/>
  <p:tag name="KSO_WM_TEMPLATE_SUBCATEGORY" val="29"/>
  <p:tag name="KSO_WM_TEMPLATE_MASTER_TYPE" val="0"/>
  <p:tag name="KSO_WM_TEMPLATE_COLOR_TYPE" val="0"/>
  <p:tag name="KSO_WM_SLIDE_TYPE" val="contents"/>
  <p:tag name="KSO_WM_SLIDE_SUBTYPE" val="diag"/>
  <p:tag name="KSO_WM_SLIDE_ITEM_CNT" val="6"/>
  <p:tag name="KSO_WM_SLIDE_INDEX" val="6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3473"/>
  <p:tag name="KSO_WM_SLIDE_LAYOUT" val="a_l"/>
  <p:tag name="KSO_WM_SLIDE_LAYOUT_CNT" val="1_1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46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73_7*a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PRESET_TEXT" val="01"/>
  <p:tag name="KSO_WM_UNIT_NOCLEAR" val="0"/>
  <p:tag name="KSO_WM_UNIT_VALUE" val="38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3473_7*e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SPECIAL_SOURCE" val="bdnull"/>
  <p:tag name="KSO_WM_SLIDE_ID" val="custom20233473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73"/>
  <p:tag name="KSO_WM_SLIDE_LAYOUT" val="a_e"/>
  <p:tag name="KSO_WM_SLIDE_LAYOUT_CNT" val="1_1"/>
</p:tagLst>
</file>

<file path=ppt/tags/tag94.xml><?xml version="1.0" encoding="utf-8"?>
<p:tagLst xmlns:p="http://schemas.openxmlformats.org/presentationml/2006/main">
  <p:tag name="KSO_WM_TEMPLATE_CATEGORY" val="custom"/>
  <p:tag name="KSO_WM_TEMPLATE_INDEX" val="20233473"/>
</p:tagLst>
</file>

<file path=ppt/tags/tag95.xml><?xml version="1.0" encoding="utf-8"?>
<p:tagLst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46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73_7*a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PRESET_TEXT" val="02"/>
  <p:tag name="KSO_WM_UNIT_NOCLEAR" val="0"/>
  <p:tag name="KSO_WM_UNIT_VALUE" val="38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3473_7*e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SPECIAL_SOURCE" val="bdnull"/>
  <p:tag name="KSO_WM_SLIDE_ID" val="custom20233473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73"/>
  <p:tag name="KSO_WM_SLIDE_LAYOUT" val="a_e"/>
  <p:tag name="KSO_WM_SLIDE_LAYOUT_CNT" val="1_1"/>
</p:tagLst>
</file>

<file path=ppt/tags/tag9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PRESET_TEXT" val="02"/>
  <p:tag name="KSO_WM_UNIT_NOCLEAR" val="0"/>
  <p:tag name="KSO_WM_UNIT_VALUE" val="38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3473_7*e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SPECIAL_SOURCE" val="bdnull"/>
  <p:tag name="KSO_WM_SLIDE_ID" val="custom20233473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73"/>
  <p:tag name="KSO_WM_SLIDE_LAYOUT" val="a_e"/>
  <p:tag name="KSO_WM_SLIDE_LAYOUT_CNT" val="1_1"/>
</p:tagLst>
</file>

<file path=ppt/tags/tag101.xml><?xml version="1.0" encoding="utf-8"?>
<p:tagLst xmlns:p="http://schemas.openxmlformats.org/presentationml/2006/main">
  <p:tag name="KSO_WM_TEMPLATE_CATEGORY" val="custom"/>
  <p:tag name="KSO_WM_TEMPLATE_INDEX" val="20233473"/>
</p:tagLst>
</file>

<file path=ppt/tags/tag10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7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3_9*a*1"/>
  <p:tag name="KSO_WM_TEMPLATE_CATEGORY" val="custom"/>
  <p:tag name="KSO_WM_TEMPLATE_INDEX" val="20233473"/>
  <p:tag name="KSO_WM_UNIT_LAYERLEVEL" val="1"/>
  <p:tag name="KSO_WM_TAG_VERSION" val="3.0"/>
  <p:tag name="KSO_WM_BEAUTIFY_FLAG" val="#wm#"/>
  <p:tag name="KSO_WM_UNIT_PRESET_TEXT" val="THANK YOU"/>
</p:tagLst>
</file>

<file path=ppt/tags/tag103.xml><?xml version="1.0" encoding="utf-8"?>
<p:tagLst xmlns:p="http://schemas.openxmlformats.org/presentationml/2006/main">
  <p:tag name="KSO_WM_SPECIAL_SOURCE" val="bdnull"/>
  <p:tag name="KSO_WM_SLIDE_ID" val="custom20233473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73"/>
  <p:tag name="KSO_WM_SLIDE_LAYOUT" val="a"/>
  <p:tag name="KSO_WM_SLIDE_LAYOUT_CNT" val="1"/>
</p:tagLst>
</file>

<file path=ppt/tags/tag104.xml><?xml version="1.0" encoding="utf-8"?>
<p:tagLst xmlns:p="http://schemas.openxmlformats.org/presentationml/2006/main">
  <p:tag name="KSO_WM_PRESENTATION_SOURCE" val="WPPAIGeneratePPT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紫金">
      <a:dk1>
        <a:srgbClr val="000000"/>
      </a:dk1>
      <a:lt1>
        <a:srgbClr val="FFFFFF"/>
      </a:lt1>
      <a:dk2>
        <a:srgbClr val="140831"/>
      </a:dk2>
      <a:lt2>
        <a:srgbClr val="ECE6FA"/>
      </a:lt2>
      <a:accent1>
        <a:srgbClr val="D9AB7D"/>
      </a:accent1>
      <a:accent2>
        <a:srgbClr val="27125A"/>
      </a:accent2>
      <a:accent3>
        <a:srgbClr val="63489A"/>
      </a:accent3>
      <a:accent4>
        <a:srgbClr val="FF8001"/>
      </a:accent4>
      <a:accent5>
        <a:srgbClr val="4B4BE5"/>
      </a:accent5>
      <a:accent6>
        <a:srgbClr val="29D5AF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1420</Words>
  <Application>WPS Presentation</Application>
  <PresentationFormat>Widescreen</PresentationFormat>
  <Paragraphs>79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Lato</vt:lpstr>
      <vt:lpstr>Segoe Print</vt:lpstr>
      <vt:lpstr>Manrope ExtraBold</vt:lpstr>
      <vt:lpstr>Microsoft YaHei</vt:lpstr>
      <vt:lpstr>Arial Unicode MS</vt:lpstr>
      <vt:lpstr>Calibri Light</vt:lpstr>
      <vt:lpstr>Calibri</vt:lpstr>
      <vt:lpstr>Office Theme</vt:lpstr>
      <vt:lpstr>1_Office Theme</vt:lpstr>
      <vt:lpstr>ShopInk - Top Online Shopping Destination</vt:lpstr>
      <vt:lpstr>Thoi Gian</vt:lpstr>
      <vt:lpstr>ShopInk Overview</vt:lpstr>
      <vt:lpstr>Introduction to ShopInk</vt:lpstr>
      <vt:lpstr>Demo</vt:lpstr>
      <vt:lpstr>the website</vt:lpstr>
      <vt:lpstr>Future features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inek</dc:creator>
  <cp:lastModifiedBy>ink sans</cp:lastModifiedBy>
  <cp:revision>7</cp:revision>
  <dcterms:created xsi:type="dcterms:W3CDTF">2025-07-23T00:59:00Z</dcterms:created>
  <dcterms:modified xsi:type="dcterms:W3CDTF">2026-03-07T01:08:30Z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5161F432EAC94A6187D8A2490C68961E_11</vt:lpwstr>
  </property>
  <property fmtid="{D5CDD505-2E9C-101B-9397-08002B2CF9AE}" pid="3" name="KSOProductBuildVer">
    <vt:lpwstr>2057-12.2.0.23197</vt:lpwstr>
  </property>
</Properties>
</file>